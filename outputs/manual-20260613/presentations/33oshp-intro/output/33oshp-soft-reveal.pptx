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dec63f28ec457c" /><Relationship Type="http://schemas.openxmlformats.org/officeDocument/2006/relationships/extended-properties" Target="/docProps/app.xml" Id="Rad704c7b9aae4bb4" /><Relationship Type="http://schemas.openxmlformats.org/officeDocument/2006/relationships/officeDocument" Target="/ppt/presentation.xml" Id="R068771e5d2f6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a6973f2224ca6"/>
  </p:sldMasterIdLst>
  <p:notesMasterIdLst>
    <p:notesMasterId xmlns:r="http://schemas.openxmlformats.org/officeDocument/2006/relationships" r:id="Rca76a1397b854901"/>
  </p:notesMasterIdLst>
  <p:sldIdLst>
    <p:sldId xmlns:r="http://schemas.openxmlformats.org/officeDocument/2006/relationships" id="256" r:id="Rd26704d994194b68"/>
  </p:sldIdLst>
  <p:sldSz cx="6858000" cy="12192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2526c6c2494195" /><Relationship Type="http://schemas.openxmlformats.org/officeDocument/2006/relationships/slideMaster" Target="/ppt/slideMasters/slideMaster1.xml" Id="R330a6973f2224ca6" /><Relationship Type="http://schemas.openxmlformats.org/officeDocument/2006/relationships/notesMaster" Target="/ppt/notesMasters/notesMaster1.xml" Id="Rca76a1397b854901" /><Relationship Type="http://schemas.openxmlformats.org/officeDocument/2006/relationships/presProps" Target="/ppt/presProps.xml" Id="Rb5955e25c1044d95" /><Relationship Type="http://schemas.openxmlformats.org/officeDocument/2006/relationships/viewProps" Target="/ppt/viewProps.xml" Id="R641c98f272d84efd" /><Relationship Type="http://schemas.openxmlformats.org/officeDocument/2006/relationships/tableStyles" Target="/ppt/tableStyles.xml" Id="Rc3d460e1093748c7" /><Relationship Type="http://schemas.openxmlformats.org/officeDocument/2006/relationships/slide" Target="/ppt/slides/slide1.xml" Id="Rd26704d994194b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9289c3e1b8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838abffd944c1" /><Relationship Type="http://schemas.openxmlformats.org/officeDocument/2006/relationships/notesMaster" Target="/ppt/notesMasters/notesMaster1.xml" Id="Raba0d3c3c09a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0825c537f4f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c30ae429754bd5" /><Relationship Type="http://schemas.openxmlformats.org/officeDocument/2006/relationships/slideLayout" Target="/ppt/slideLayouts/slideLayout1.xml" Id="R380f5d2f2f324a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0f5d2f2f324a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5f0ca1574593" /><Relationship Type="http://schemas.openxmlformats.org/officeDocument/2006/relationships/image" Target="/ppt/media/image.gif" Id="R6ea73d2ab70b41cf" /><Relationship Type="http://schemas.openxmlformats.org/officeDocument/2006/relationships/notesSlide" Target="/ppt/notesSlides/notesSlide1.xml" Id="Rdb6dbb3e084a45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03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73d2ab70b41cf"/>
          <a:stretch xmlns:a="http://schemas.openxmlformats.org/drawingml/2006/main"/>
        </p:blipFill>
        <p:spPr>
          <a:xfrm xmlns:a="http://schemas.openxmlformats.org/drawingml/2006/main">
            <a:off x="0" y="0"/>
            <a:ext cx="6858000" cy="1219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05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2026-06-13T13:32:38.5080000Z</dcterms:created>
  <dcterms:modified xsi:type="dcterms:W3CDTF">2026-06-13T13:32:38.5090000Z</dcterms:modified>
</coreProperties>
</file>